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machi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2517494"/>
          </a:xfrm>
          <a:prstGeom prst="rect">
            <a:avLst/>
          </a:prstGeom>
        </p:spPr>
      </p:pic>
      <p:pic>
        <p:nvPicPr>
          <p:cNvPr id="3" name="Picture 2" descr="hamachi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4572000" cy="3372787"/>
          </a:xfrm>
          <a:prstGeom prst="rect">
            <a:avLst/>
          </a:prstGeom>
        </p:spPr>
      </p:pic>
      <p:pic>
        <p:nvPicPr>
          <p:cNvPr id="4" name="Picture 3" descr="hamachi_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0"/>
            <a:ext cx="4572000" cy="2606331"/>
          </a:xfrm>
          <a:prstGeom prst="rect">
            <a:avLst/>
          </a:prstGeom>
        </p:spPr>
      </p:pic>
      <p:pic>
        <p:nvPicPr>
          <p:cNvPr id="5" name="Picture 4" descr="hamachi_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429000"/>
            <a:ext cx="4572000" cy="32485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2517494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4572000" cy="3372787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0"/>
            <a:ext cx="4572000" cy="2606331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429000"/>
            <a:ext cx="4572000" cy="32485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