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kyo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"/>
            <a:ext cx="2021178" cy="3086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30480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tokyo_2</a:t>
            </a:r>
          </a:p>
        </p:txBody>
      </p:sp>
      <p:pic>
        <p:nvPicPr>
          <p:cNvPr id="4" name="Picture 3" descr="tokyo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342900"/>
            <a:ext cx="2057400" cy="3086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8000" y="0"/>
            <a:ext cx="30480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tokyo_3</a:t>
            </a:r>
          </a:p>
        </p:txBody>
      </p:sp>
      <p:pic>
        <p:nvPicPr>
          <p:cNvPr id="6" name="Picture 5" descr="tokyo_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2900"/>
            <a:ext cx="2166093" cy="3086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0" y="0"/>
            <a:ext cx="30480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tokyo_4</a:t>
            </a:r>
          </a:p>
        </p:txBody>
      </p:sp>
      <p:pic>
        <p:nvPicPr>
          <p:cNvPr id="8" name="Picture 7" descr="tokyo_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71900"/>
            <a:ext cx="2064801" cy="3086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3429000"/>
            <a:ext cx="30480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tokyo_5</a:t>
            </a:r>
          </a:p>
        </p:txBody>
      </p:sp>
      <p:pic>
        <p:nvPicPr>
          <p:cNvPr id="10" name="Picture 9" descr="tokyo_あ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0" y="3771900"/>
            <a:ext cx="2314575" cy="3086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48000" y="3429000"/>
            <a:ext cx="30480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tokyo_あ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